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Intelligent Hardware Thermal Failure Prediction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Hybrid Machine Learning Approach using Decision Trees and Artificial Neural Networks</a:t>
            </a:r>
          </a:p>
          <a:p/>
          <a:p>
            <a:r>
              <a:t>Submitted by: Lakshit Vashishtha</a:t>
            </a:r>
          </a:p>
          <a:p>
            <a:r>
              <a:t>Semester: 6th Semester, B.Tech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centers and personal computing rigs face unexpected hardware degradation due to thermal throttling.</a:t>
            </a:r>
          </a:p>
          <a:p>
            <a:r>
              <a:t>Traditional systems rely on static temperature thresholds (e.g., "Alert if Temp &gt; 90°C").</a:t>
            </a:r>
          </a:p>
          <a:p>
            <a:r>
              <a:t>This is inefficient: Failures often occur due to complex interactions between fan speeds, voltage variances, and ambient temperatures, not just raw heat.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develop a predictive maintenance system that classifies immediate hardware failure risk.</a:t>
            </a:r>
          </a:p>
          <a:p>
            <a:r>
              <a:t>To move from reactive cooling to proactive workload redistribution.</a:t>
            </a:r>
          </a:p>
          <a:p>
            <a:r>
              <a:t>To combine interpretable rule-based logic with advanced pattern recognition.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Model: Decision Tree (ID3/CART)</a:t>
            </a:r>
          </a:p>
          <a:p>
            <a:pPr lvl="1"/>
            <a:r>
              <a:t>Provides clear, human-readable rules for technicians.</a:t>
            </a:r>
          </a:p>
          <a:p>
            <a:pPr lvl="1"/>
            <a:r>
              <a:t>Uses Entropy to find the most critical threshold splits.</a:t>
            </a:r>
          </a:p>
          <a:p>
            <a:r>
              <a:t>Secondary Model: Artificial Neural Network (Backpropagation)</a:t>
            </a:r>
          </a:p>
          <a:p>
            <a:pPr lvl="1"/>
            <a:r>
              <a:t>A Multi-Layer Perceptron (MLP) catches non-linear relationships (e.g., minor voltage drops combined with high RAM usage).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Features: CPU Temperature, GPU Temperature, Fan RPM, Voltage Variance, RAM Usage.</a:t>
            </a:r>
          </a:p>
          <a:p>
            <a:r>
              <a:t>Target Variable: Risk Level (0 = Safe, 1 = Warning, 2 = Critical).</a:t>
            </a:r>
          </a:p>
          <a:p>
            <a:r>
              <a:t>Preprocessing: 80/20 Train-Test split, feature scaling applied for the Neural Network to ensure gradient convergence.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Decision Tree: Achieved high precision, providing exact conditional rules for hardware throttling.</a:t>
            </a:r>
          </a:p>
          <a:p>
            <a:r>
              <a:t>Neural Network: Outperformed the tree in recall, successfully identifying hidden critical states without false positives.</a:t>
            </a:r>
          </a:p>
          <a:p>
            <a:r>
              <a:t>[Placeholder: Insert screenshot of your Python classification report here]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Conclusion: Hybrid ML models offer a superior approach to hardware management compared to static BIOS thresholds.</a:t>
            </a:r>
          </a:p>
          <a:p>
            <a:r>
              <a:t>Future Scope: Deploying the model onto a Raspberry Pi for edge-computing, and integrating a time-series algorithm (LSTM) to predict the exact time to failure.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